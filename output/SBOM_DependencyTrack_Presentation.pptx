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645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0" y="0"/>
            <a:ext cx="3227832" cy="3200400"/>
          </a:xfrm>
          <a:prstGeom prst="rect">
            <a:avLst/>
          </a:prstGeom>
          <a:solidFill>
            <a:srgbClr val="045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0" y="0"/>
            <a:ext cx="1947672" cy="1645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45152"/>
            <a:ext cx="12188952" cy="914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SBOM &amp; Vulnerability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4288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CEE0"/>
                </a:solidFill>
              </a:rPr>
              <a:t>Automating Software Composition Analysis with Dependency-Track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6747C"/>
                </a:solidFill>
              </a:rPr>
              <a:t>Know every component. Manage every vulnerability.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937760"/>
            <a:ext cx="2633472" cy="585216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Automated SBOM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4937760"/>
            <a:ext cx="2633472" cy="58521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4937760"/>
            <a:ext cx="2633472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Vulnerability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4937760"/>
            <a:ext cx="2633472" cy="585216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Maven Plugin Integration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is an SBOM?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6012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960120"/>
            <a:ext cx="50292" cy="53035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</a:rPr>
              <a:t>Software Bill of Materials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627632"/>
            <a:ext cx="5010912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4748B"/>
                </a:solidFill>
              </a:rPr>
              <a:t>An SBOM is a formal, machine-readable inventory of every open-source and third-party component included in an application — along with their versions, licences, and supply-chain relationships.
It is the foundation for understanding what your software is made of and identifying where security risks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977639"/>
            <a:ext cx="501091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6747C"/>
                </a:solidFill>
              </a:rPr>
              <a:t>An SBOM records: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Component name &amp; version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Package supplier / origin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Dependency relationships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Licence identifiers (SPDX)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Known vulnerability references (CVEs)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960120"/>
            <a:ext cx="6035040" cy="2331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1078992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CycloneDX 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6002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BD5E1"/>
                </a:solidFill>
              </a:rPr>
              <a:t>CycloneDX is an OWASP standard for SBOMs. It is natively supported by Dependency-Track, cdxgen, and the CycloneDX Maven / Gradle plugins.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3456432"/>
            <a:ext cx="6035040" cy="280720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575304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Why do SBOMs matter?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096512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Visibility into ALL transitive dependencies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Rapid impact assessment when a new CVE drops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Licence compliance &amp; open-source governance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Supply-chain security &amp;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SBOMs Are Generated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Two complementary approaches — both feed directly into Dependency-Track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71600"/>
            <a:ext cx="557784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874519"/>
            <a:ext cx="45720" cy="4343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43560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cdxgen  —  Any Language / 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011680"/>
            <a:ext cx="52669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Polyglot support: Java, Node.js, Python, .NET, Go, Ruby …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Scans the source tree and lock files automatically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Runs as a Jenkins pipeline step via the cdxgenRepo() shared library call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Produces a CycloneDX JSON SBOM in one command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No changes needed to the target repository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Supports pinned versions for reproducible builds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5577840" cy="502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874519"/>
            <a:ext cx="45720" cy="43434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43560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CycloneDX Maven Plugin  —  In-House Java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011680"/>
            <a:ext cx="52669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Added directly to pom.xml — no extra tooling required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Runs during the standard Maven build lifecycle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Generates a precise SBOM reflecting the exact resolved dependency tree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Uploads the SBOM to Dependency-Track automatically at build time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Keeps vulnerability data current with every CI build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Developers get instant feedback on new vulnerabilities introduced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747C"/>
                </a:solidFill>
              </a:rPr>
              <a:t>Both routes → uploadSBOM() → Dependency-Track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Maven Plugin — In-House Code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Add the CycloneDX Maven plugin to your pom.xml and your SBOM is generated and published to Dependency-Track on every build.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71600"/>
            <a:ext cx="5669280" cy="4846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pom.xml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&lt;plugin&gt;
  &lt;groupId&gt;org.cyclonedx&lt;/groupId&gt;
  &lt;artifactId&gt;
    cyclonedx-maven-plugin
  &lt;/artifactId&gt;
  &lt;version&gt;2.9.1&lt;/version&gt;
  &lt;executions&gt;
    &lt;execution&gt;
      &lt;phase&gt;package&lt;/phase&gt;
      &lt;goals&gt;
        &lt;goal&gt;makeAggregateBom&lt;/goal&gt;
      &lt;/goals&gt;
    &lt;/execution&gt;
  &lt;/executions&gt;
  &lt;configuration&gt;
    &lt;outputFormat&gt;json&lt;/outputFormat&gt;
    &lt;outputName&gt;sbom&lt;/outputName&gt;
  &lt;/configuration&gt;
&lt;/plugin&gt;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669280" cy="2103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What this gives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202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Zero manual steps — SBOM published on every mvn package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Vulnerability status visible in DT the moment the build lands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Policy violations surface in the CI pipeline, not weeks later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Full transitive dependency tree — nothing hidden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657600"/>
            <a:ext cx="5669280" cy="25603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490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Pipeline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0624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1.  Developer pushes code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2.  Jenkins triggers Maven build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3.  cyclonedx-maven-plugin generates sbom.json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4.  uploadSBOM() posts SBOM to Dependency-Track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5.  DT enriches with NVD / OSV / GitHub Advisory data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6.  Vulnerabilities visible immediately in DT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is an OWASP flagship platform that ingests SBOMs and continuously monitors every component for new vulnerabilities.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54480"/>
            <a:ext cx="2834640" cy="1463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Checks every component against NVD, OSV, GitHub Advisory, and Sonatype OSS Index automatically — no manual CVE searches.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3" y="1554480"/>
            <a:ext cx="2834640" cy="14630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1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Policy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Define licence policies, severity thresholds, and component allow/block lists. Violations are surfaced instantly.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7" y="1554480"/>
            <a:ext cx="2834640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5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Portfolio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5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Group projects into collections. See aggregate risk across an entire product portfolio at a glance.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554480"/>
            <a:ext cx="2834640" cy="14630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REST API &amp; Integrations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Fully headless via REST API. Integrates with Jenkins, GitHub Actions, Slack notifications, and JIRA ticketing.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46120"/>
            <a:ext cx="11612880" cy="29260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116128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29184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Dependency-Track — Project Portfolio Dashboard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703320"/>
            <a:ext cx="271576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73075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Project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3703320"/>
            <a:ext cx="125272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63239" y="3730752"/>
            <a:ext cx="1188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39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1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3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1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39" y="3703320"/>
            <a:ext cx="116128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59" y="37307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59" y="3703320"/>
            <a:ext cx="14356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37307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Last BOM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114800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14223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my-billing-service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4114800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63239" y="41422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9767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4339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1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3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5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7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19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091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39" y="4114800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59" y="41422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759" y="4114800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5480" y="41422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498848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" y="45262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customer-api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498848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63239" y="45262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1.8.0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7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4339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0351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923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5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7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19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6091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1039" y="4498848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6759" y="4526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09759" y="4498848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55480" y="4526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4882896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4910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reporting-engine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882896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63239" y="49103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3.1.2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9767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4339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0351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4923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5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5507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1519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6091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39" y="4882896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59" y="4910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09759" y="4882896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555480" y="4910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Yesterday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5266944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20040" y="52943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auth-service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17520" y="5266944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63239" y="529437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9767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4339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0351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4923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5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7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19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36091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1039" y="5266944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59" y="52943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9.1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09759" y="5266944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55480" y="5294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Detection Tools &amp; Vulnerability Intelligence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pipeline combines best-in-class SBOM generators with Dependency-Track's multi-source vulnerability intelligence to achieve comprehensive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53312"/>
            <a:ext cx="56235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53312"/>
            <a:ext cx="562356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5367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SBOM Generation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1938528"/>
            <a:ext cx="164592" cy="7132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75104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cdxgen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40280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Polyglot — Java, Node.js, Python, Go, .NET, Ruby &amp; more.
Runs as a Docker container; no host install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2834640"/>
            <a:ext cx="164592" cy="71323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71216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CycloneDX Maven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136392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Embedded in pom.xml; runs at mvn package phase.
Generates a precise resolved-dependency-tree SBOM.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3730752"/>
            <a:ext cx="16459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767328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Syft  (Anchore)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032504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Scans Docker image layers to produce a container SBOM.
Used via the syftImage() Jenkins shared-library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626864"/>
            <a:ext cx="164592" cy="71323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Grype  (Anchore)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28616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Vulnerability scanner that consumes a Syft/cdxgen SBOM.
Used via the grypeScan() step for pre-upload triage.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522976"/>
            <a:ext cx="164592" cy="7132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559552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CycloneDX Gradle / Node / .NET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24728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Ecosystem-specific plugins that mirror the Maven plugin's
approach for Gradle, npm, and .NET SDK projects.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353312"/>
            <a:ext cx="57607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1353312"/>
            <a:ext cx="576072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1417320"/>
            <a:ext cx="5504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Vulnerability Intelligence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6" y="1938528"/>
            <a:ext cx="5504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queries these feeds automatically — no manual CVE searching: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2331720"/>
            <a:ext cx="164592" cy="685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236829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NVD — National Vulnerability Database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63347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NIST canonical CVE registry with CVSS v2/v3/v4 scores.
The primary authoritative source for all CVEs.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4496" y="3200400"/>
            <a:ext cx="164592" cy="68580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23697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OSV — Open Source Vulnerabilities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0215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Google's open database covering PyPI, npm, Maven, Go,
Ruby gems, Cargo, and more.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4496" y="4069079"/>
            <a:ext cx="164592" cy="685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0528" y="4105655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GitHub Advisory 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4370831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Curated advisories tied directly to GitHub-hosted packages.
Highly accurate package-URL matching.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937759"/>
            <a:ext cx="164592" cy="685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4974335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Sonatype OSS Index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5239511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Component intelligence focused on Maven Central and npm.
Includes licence and ecosystem data.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5806440"/>
            <a:ext cx="16459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584301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VulnDB  (optional commercial)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610819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Broader coverage than NVD with earlier disclosure.
Configurable as an additional feed in DT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User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Real Dependency-Track UI — portfolio dashboard, project collection view, and vulnerability findings list</a:t>
            </a:r>
          </a:p>
        </p:txBody>
      </p:sp>
      <p:pic>
        <p:nvPicPr>
          <p:cNvPr id="11" name="Picture 10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22128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4320" y="353872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356616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Portfolio Dashboard</a:t>
            </a:r>
          </a:p>
        </p:txBody>
      </p:sp>
      <p:pic>
        <p:nvPicPr>
          <p:cNvPr id="14" name="Picture 13" descr="collection-projects-de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77639"/>
            <a:ext cx="5760720" cy="230428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74320" y="6281927"/>
            <a:ext cx="576072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309359"/>
            <a:ext cx="56144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Collection Project</a:t>
            </a:r>
          </a:p>
        </p:txBody>
      </p:sp>
      <p:pic>
        <p:nvPicPr>
          <p:cNvPr id="17" name="Picture 16" descr="vulnerabil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977639"/>
            <a:ext cx="5733288" cy="230428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153912" y="6281927"/>
            <a:ext cx="5733288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7064" y="6309359"/>
            <a:ext cx="55869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Vulnerability Findings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Managing Vulnerabilities — The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surfaces every finding. Your team then triages, analyses, and resolves each one — all recorded within the platform.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463040"/>
            <a:ext cx="224028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Ingest SBOM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SBOM uploaded via Jenkins pipeline. DT resolves all components and enriches with CVE data from multiple advisories databases.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1463040"/>
            <a:ext cx="224028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Review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78608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Open the project in DT. Findings are listed by severity — Critical, High, Medium, Low — with CVE details and CVSS scores.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8616" y="1463040"/>
            <a:ext cx="224028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Triage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28616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0056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Decide the appropriate action for each finding: Escalate to the engineering team, suppress, or mark as not affected.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78623" y="1463040"/>
            <a:ext cx="2240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5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Record Analysis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8623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3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Document your analysis inside DT: add comments, set the analysis state, and optionally suppress the finding.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28632" y="1463040"/>
            <a:ext cx="224028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5. Remediate &amp; Re-scan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28632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Engineering upgrades the dependency. The next pipeline run re-uploads the SBOM and the finding disappears automatically.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4251960"/>
            <a:ext cx="11658600" cy="190195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4251960"/>
            <a:ext cx="1165860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2793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Dependency-Track — Findings tab for a project (screenshot)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645152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46817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468172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681728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681728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Remote Code Execution via JNDI lookup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5074920"/>
            <a:ext cx="11658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5111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51114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5111496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5111496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Uncontrolled resource consumption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5504688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554126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55412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54126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5541264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Regular expression denial of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Vulnerability Analysis — Comments, Suppression &amp;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Every finding in Dependency-Track can be analysed, commented on, and formally recorded — creating an audit trail of your security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4922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649224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630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Analysis Panel — CVE-2021-44228 / log4j-core 2.14.1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938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Analysis State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6771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0428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▼  NOT_AFFECTED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7614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Justification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9067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272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▼  PROTECTED_BY_MITIGATING_CONTROL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584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Suppressed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995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Analyst Comment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325112"/>
            <a:ext cx="6172200" cy="1600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16552"/>
            <a:ext cx="6035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Reviewed 2025-01-15 by J. Smith.
Our deployment uses the JNDI lookup feature is disabled via log4j2.formatMsgNoLookups=true JVM flag set at container startup. Confirmed with DevOps — the attack vector is mitigated. Tracking upgrade to log4j 2.17.1 in Q1 sprint board (JIRA-4821).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1417320"/>
            <a:ext cx="48920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5160" y="1417320"/>
            <a:ext cx="489204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95160" y="1920240"/>
            <a:ext cx="45720" cy="4663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Available Analysis States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2029968"/>
            <a:ext cx="1920240" cy="34747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2066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NOT_AFFECTED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02996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component is present but the vulnerability does not apply to this deployment context.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2916936"/>
            <a:ext cx="1920240" cy="34747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2953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IN_TRIAGE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916936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finding is being actively investigated. Interim state until a final decision is made.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3803904"/>
            <a:ext cx="1920240" cy="34747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0" y="3840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EXPLOITABLE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803904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Confirmed — the vulnerability is present and exploitable. Immediate remediation required.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690872"/>
            <a:ext cx="1920240" cy="3474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690872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dependency has been upgraded and the vulnerability is no longer present in the component inventory.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86600" y="5577840"/>
            <a:ext cx="1920240" cy="3474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0" y="56144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FALSE_POSITIVE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5778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vulnerability does not apply — typically because the affected code path is never invoked.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Auditing a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audit panel lets analysts set the analysis state, record a justification, add comments, and suppress the finding — all with a full audit trail.</a:t>
            </a:r>
          </a:p>
        </p:txBody>
      </p:sp>
      <p:pic>
        <p:nvPicPr>
          <p:cNvPr id="11" name="Picture 10" descr="audit-finding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50017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4320" y="632764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635508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Audit Finding — Analysis Panel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Suppression — Hiding Accepted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When a finding is accepted or not applicable, it can be suppressed so it no longer inflates your vulnerability counts — but it is never deleted.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66928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45720" cy="41148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5544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</a:rPr>
              <a:t>How suppression works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Suppressed findings are hidden from the default dashboard view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They remain fully searchable and visible with the 'Show suppressed' filter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The original CVE details, CVSS score, and analyst notes are preserved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Suppression can be revoked at any time — full reversibility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Suppressed findings are still exported in the vulnerability PDF report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Audit trail records who suppressed a finding and when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5669280" cy="4114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3619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When should you suppress?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1168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The vulnerability is in a library path that is never executed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A mitigating control is already in place (WAF rule, JVM flag, etc.)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You have accepted the risk and documented why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The finding is a confirmed false positive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A fix is not yet available and the risk is formally accepted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650992"/>
            <a:ext cx="11612880" cy="47548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69671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97A06"/>
                </a:solidFill>
              </a:rPr>
              <a:t>⚠  Suppression is not remediation — always pair suppression with a documented justification and a remediation timeline where applicable.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Jenkins pipelines generate shareable PDF reports from live Dependency-Track data — no manual export steps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5577840" cy="5029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920240"/>
            <a:ext cx="45720" cy="42062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481328"/>
            <a:ext cx="53218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Security Analysis (Vulnerability)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1993392"/>
            <a:ext cx="5266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One report per project or across all projects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Executive summary: Critical / High / Medium / Low counts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Overall risk level: CRITICAL / HIGH / MODERATE / LOW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Per-vulnerability detail: CVE ID, component, version, CVSS score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Analyst comments and suppression status included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Landscape A4 PDF — ready to share with management or auditors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417320"/>
            <a:ext cx="5577840" cy="502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920240"/>
            <a:ext cx="45720" cy="4206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481328"/>
            <a:ext cx="53218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993392"/>
            <a:ext cx="5266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Full component inventory: name, version, supplier, licence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Supports single project or all active projects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Collection projects produce merged reports across all children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Useful for licence compliance audits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Identifies components with missing or restrictive licences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Landscape A4 PDF — consistent, branded format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Security Analysis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914400"/>
            <a:ext cx="11612880" cy="1143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024128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Security Analysis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57276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BD5E1"/>
                </a:solidFill>
              </a:rPr>
              <a:t>customer-api  v1.8.0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240280"/>
            <a:ext cx="210312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240280"/>
            <a:ext cx="2103120" cy="59436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2240280"/>
            <a:ext cx="2103120" cy="5943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19" y="2240280"/>
            <a:ext cx="210312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920" y="2240280"/>
            <a:ext cx="201168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2331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RISK: 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35808"/>
            <a:ext cx="17190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3063240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CVE 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79" y="3035808"/>
            <a:ext cx="19933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48255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993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6577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035808"/>
            <a:ext cx="66751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1616" y="306324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3035808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57416" y="3063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Analysis 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3035808"/>
            <a:ext cx="35935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0455" y="30632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40156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" y="34290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79" y="340156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48255" y="34290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5993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577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40156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616" y="34290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0840" y="340156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57416" y="34290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03D"/>
                </a:solidFill>
              </a:rPr>
              <a:t>NOT_AFFECTED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83879" y="340156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0455" y="34290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JNDI disabled via JVM flag — mitigated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76732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379476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79" y="376732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48255" y="37947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2336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5993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6577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376732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71616" y="379476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20840" y="376732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57416" y="37947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83879" y="376732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0455" y="379476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Resource consumption — under review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13308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0896" y="416052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79" y="413308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48255" y="41605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2336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5993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6577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13308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71616" y="416052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6.5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20840" y="413308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57416" y="41605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183879" y="413308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20455" y="41605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ReDoS — investigating impact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449884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" y="452628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CVE-2022-45868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11679" y="449884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48255" y="4526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h2database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02336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5993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2.1.210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6577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449884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71616" y="452628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20840" y="449884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57416" y="45262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EXPLOITABLE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83879" y="449884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20455" y="45262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 to 2.2.x scheduled sprint 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486460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489204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CVE-2023-34042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011679" y="486460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48255" y="48920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spring-security-web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02336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5993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5.7.5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6577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035040" y="486460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071616" y="489204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720840" y="486460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757416" y="48920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FALSE_POSITIVE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83879" y="486460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220455" y="48920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Unused endpoint — confirmed FP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23036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52578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011679" y="523036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048255" y="52578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02336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05993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2920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6577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035040" y="523036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616" y="52578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720840" y="523036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757416" y="5257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RESOLVED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183879" y="523036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220455" y="52578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Upgraded to 6.0.8 in PR #441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SBOM Component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14400"/>
            <a:ext cx="11612880" cy="9144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0058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4630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2E8F0"/>
                </a:solidFill>
              </a:rPr>
              <a:t>my-billing-service  v2.4.1  |  Generated 2025-04-22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920240"/>
            <a:ext cx="219456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Components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39" y="1920240"/>
            <a:ext cx="2194560" cy="64008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3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Direct Dependencies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1920240"/>
            <a:ext cx="219456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5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Transitive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920240"/>
            <a:ext cx="219456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Unique Licences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920240"/>
            <a:ext cx="2194560" cy="64008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Missing Licence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743200"/>
            <a:ext cx="254203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277063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39" y="2743200"/>
            <a:ext cx="12618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71215" y="2770632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2743200"/>
            <a:ext cx="21762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51376" y="27706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743200"/>
            <a:ext cx="10789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2770632"/>
            <a:ext cx="1005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743200"/>
            <a:ext cx="23591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215" y="2770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Licence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2743200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0655" y="2770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Scope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108960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313639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spring-boot-starter-web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39" y="3108960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71215" y="313639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3.2.1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3108960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51376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Pivotal / VMware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108960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45936" y="313639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06640" y="3108960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43215" y="3136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108960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0655" y="3136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3493008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896" y="352044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39" y="3493008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71215" y="352044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2.16.1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0" y="3493008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51376" y="3520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FasterXML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493008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5936" y="352044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06640" y="3493008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43215" y="3520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84080" y="3493008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20655" y="3520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877056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390448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log4j-api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34639" y="3877056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71215" y="390448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2.22.1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877056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9044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3877056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45936" y="39044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06640" y="3877056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43215" y="3904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784080" y="3877056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0655" y="3904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261104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4288536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hibernate-core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34639" y="4261104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71215" y="428853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6.4.2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0" y="4261104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51376" y="428853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Red Hat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4261104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45936" y="4288536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06640" y="4261104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43215" y="4288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LGPL-2.1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784080" y="4261104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0655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4645152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0896" y="4672584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commons-lang3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39" y="4645152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71215" y="467258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3.14.0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0" y="4645152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51376" y="46725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4645152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45936" y="4672584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406640" y="4645152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43215" y="46725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784080" y="4645152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20655" y="4672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029200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0896" y="505663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bouncy-castle-provider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834639" y="5029200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871215" y="50566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1.78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0" y="5029200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51376" y="5056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Legion of the BC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5029200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45936" y="505663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06640" y="5029200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443215" y="5056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MIT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784080" y="5029200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20655" y="50566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Optional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413248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544068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netty-handler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834639" y="5413248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871215" y="54406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4.1.107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114800" y="5413248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51376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 Project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5413248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45936" y="544068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406640" y="5413248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43215" y="5440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784080" y="5413248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0655" y="5440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74320" y="5797296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10896" y="582472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unknown-lib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834639" y="5797296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71215" y="58247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0.9.1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14800" y="5797296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51376" y="58247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(unknown)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09360" y="5797296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345936" y="582472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406640" y="5797296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443215" y="58247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UNKNOWN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784080" y="5797296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20655" y="58247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End-to-End Pipeline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From source code commit to vulnerability insight — fully automated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417320"/>
            <a:ext cx="182880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Source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Developer pushes to Git
Jenkins pipeline triggered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1417320"/>
            <a:ext cx="182880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SBOM Generation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cdxgen or
cyclonedx-maven-plugin
creates sbom.json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1417320"/>
            <a:ext cx="182880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Upload to DT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452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uploadSBOM() posts BOM
to Dependency-Track
via REST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760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79" y="1417320"/>
            <a:ext cx="182880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199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Enrichment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7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DT resolves components
against NVD, OSV,
GitHub Advisories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1417320"/>
            <a:ext cx="1828800" cy="47548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644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Vulnerabilities listed
by severity with
CVSS scores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1417320"/>
            <a:ext cx="182880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Analysis &amp;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224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Team triages findings
PDF report generated
and archived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3520440"/>
            <a:ext cx="1165860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8600" y="3520440"/>
            <a:ext cx="116586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356616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Jenkins Shared Library — Key Pipeline Steps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23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cdxgenRepo()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SBOM for any
language repo using cdxgen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2257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uploadSBOM()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2257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Upload SBOM and create/
update DT project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624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281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createDTCollectionProject()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281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Group child projects into
an aggregate collection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6305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exportDTReport()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6305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vulnerability
PDF for one project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8329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exportAllDTReports()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8329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PDF for every
active DT project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035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exportSBOMReport()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35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component
PDF for one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Explorer &amp; Integration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Everything visible in the Dependency-Track UI is automatable via its REST API — enabling deep integration with your existing toolchain.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53312"/>
            <a:ext cx="53949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53312"/>
            <a:ext cx="539496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5138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Swagger UI Explorer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1847088"/>
            <a:ext cx="5138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ships a built-in interactive OpenAPI / Swagger explorer.
Authenticate with your API key and execute every endpoint live: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395728"/>
            <a:ext cx="5138928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432304"/>
            <a:ext cx="4956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</a:rPr>
              <a:t>http://&lt;dt-host&gt;/api/swagger-ui/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83464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Try any endpoint interactively before writing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3310128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POST a BOM and inspect the raw API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3785616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Bulk-set analysis states via PUT /api/v1/analysis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261104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Pull live portfolio risk scores for Grafana feeds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4736592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Impact analysis — find every project using a component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521208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Import dependencytrack-openapi.yaml into Postman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53312"/>
            <a:ext cx="59893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7880" y="1353312"/>
            <a:ext cx="598932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5896" y="1417320"/>
            <a:ext cx="5733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Integration Ecosystem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184708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Full visibility from developer laptop to boardroom: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2231136"/>
            <a:ext cx="201168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258568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Jira / Ticketing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514600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Auto-create issues from Critical findings;
sync analysis state back via webhook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25896" y="2980944"/>
            <a:ext cx="201168" cy="62179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008376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Splunk / Elasticsearch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264408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Stream vulnerability events into your SIEM
for correlation and compliance alerting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3730752"/>
            <a:ext cx="201168" cy="62179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58184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Grafana Dashboards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014216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Pull live risk scores from /metrics/portfolio
for real-time executive panels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25896" y="4480560"/>
            <a:ext cx="201168" cy="62179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507992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MS Teams / Slack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764024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Webhook notifications on new Critical or
High severity findings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5896" y="5230368"/>
            <a:ext cx="201168" cy="62179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525780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PagerDuty / OpsGenie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513832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Trigger on-call alerts when newly introduced
Critical vulnerabilities are detected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25896" y="5980175"/>
            <a:ext cx="201168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600760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Executive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6263639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Scheduled metrics export — from developer
laptop to boardroom in one pipeline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Benefits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188720"/>
            <a:ext cx="3840480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188720"/>
            <a:ext cx="45720" cy="2377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Complete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Every dependency — direct and transitive — is known and tracked. No blind spots in your software supply chain.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188720"/>
            <a:ext cx="3840480" cy="53035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59" y="1188720"/>
            <a:ext cx="45720" cy="23774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1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New CVEs are automatically matched against your component inventory. You are notified without running a scan.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840480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188720"/>
            <a:ext cx="45720" cy="2377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Structured Triage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Analysis states, analyst comments, and suppression provide a governed workflow so decisions are documented and auditable.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794760"/>
            <a:ext cx="3840480" cy="53035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794760"/>
            <a:ext cx="45720" cy="237744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Shareable PDF reports generated on demand or on a schedule — no manual work needed to produce management-ready output.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59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59" y="3794760"/>
            <a:ext cx="3840480" cy="5303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51959" y="3794760"/>
            <a:ext cx="45720" cy="2377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1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Shift-Left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1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In-house Maven builds upload SBOMs at build time, surfacing vulnerabilities before code reaches production.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94760"/>
            <a:ext cx="3840480" cy="53035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3794760"/>
            <a:ext cx="45720" cy="23774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Policy Enforcement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Define rules for severity thresholds and licence types. Violations break the build before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